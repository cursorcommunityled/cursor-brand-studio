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65760"/>
            <a:ext cx="1463040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0" y="365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251E"/>
                </a:solidFill>
                <a:latin typeface="Cursor Gothic" pitchFamily="34" charset="0"/>
                <a:ea typeface="Cursor Gothic" pitchFamily="34" charset="-122"/>
                <a:cs typeface="Cursor Gothic" pitchFamily="34" charset="-120"/>
              </a:rPr>
              <a:t>OCT 2023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6583680" y="365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6251E"/>
                </a:solidFill>
                <a:latin typeface="Cursor Gothic" pitchFamily="34" charset="0"/>
                <a:ea typeface="Cursor Gothic" pitchFamily="34" charset="-122"/>
                <a:cs typeface="Cursor Gothic" pitchFamily="34" charset="-120"/>
              </a:rPr>
              <a:t>WORKSHOP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40080" y="146304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6251E"/>
                </a:solidFill>
                <a:latin typeface="Cursor Gothic" pitchFamily="34" charset="0"/>
                <a:ea typeface="Cursor Gothic" pitchFamily="34" charset="-122"/>
                <a:cs typeface="Cursor Gothic" pitchFamily="34" charset="-120"/>
              </a:rPr>
              <a:t>Building with Cursor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640080" y="32004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55E"/>
                </a:solidFill>
                <a:latin typeface="Cursor Gothic" pitchFamily="34" charset="0"/>
                <a:ea typeface="Cursor Gothic" pitchFamily="34" charset="-122"/>
                <a:cs typeface="Cursor Gothic" pitchFamily="34" charset="-120"/>
              </a:rPr>
              <a:t>An introduction to the AI-first IDE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0" y="3840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51E"/>
                </a:solidFill>
                <a:latin typeface="Cursor Gothic" pitchFamily="34" charset="0"/>
                <a:ea typeface="Cursor Gothic" pitchFamily="34" charset="-122"/>
                <a:cs typeface="Cursor Gothic" pitchFamily="34" charset="-120"/>
              </a:rPr>
              <a:t>Cursor Community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943600" y="4206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55E"/>
                </a:solidFill>
                <a:latin typeface="Cursor Gothic" pitchFamily="34" charset="0"/>
                <a:ea typeface="Cursor Gothic" pitchFamily="34" charset="-122"/>
                <a:cs typeface="Cursor Gothic" pitchFamily="34" charset="-120"/>
              </a:rPr>
              <a:t>Felipe Rodrigues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51E"/>
                </a:solidFill>
                <a:latin typeface="Cursor Gothic" pitchFamily="34" charset="0"/>
                <a:ea typeface="Cursor Gothic" pitchFamily="34" charset="-122"/>
                <a:cs typeface="Cursor Gothic" pitchFamily="34" charset="-120"/>
              </a:rPr>
              <a:t>What you'll learn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0" y="5029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51E"/>
                </a:solidFill>
                <a:latin typeface="Cursor Gothic" pitchFamily="34" charset="0"/>
                <a:ea typeface="Cursor Gothic" pitchFamily="34" charset="-122"/>
                <a:cs typeface="Cursor Gothic" pitchFamily="34" charset="-120"/>
              </a:rPr>
              <a:t>Core Features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0" y="73152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100" dirty="0">
                <a:solidFill>
                  <a:srgbClr val="66655E"/>
                </a:solidFill>
                <a:latin typeface="Cursor Gothic" pitchFamily="34" charset="0"/>
                <a:ea typeface="Cursor Gothic" pitchFamily="34" charset="-122"/>
                <a:cs typeface="Cursor Gothic" pitchFamily="34" charset="-120"/>
              </a:rPr>
              <a:t>Command K integration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6655E"/>
                </a:solidFill>
                <a:latin typeface="Cursor Gothic" pitchFamily="34" charset="0"/>
                <a:ea typeface="Cursor Gothic" pitchFamily="34" charset="-122"/>
                <a:cs typeface="Cursor Gothic" pitchFamily="34" charset="-120"/>
              </a:rPr>
              <a:t>Chat with codebase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6655E"/>
                </a:solidFill>
                <a:latin typeface="Cursor Gothic" pitchFamily="34" charset="0"/>
                <a:ea typeface="Cursor Gothic" pitchFamily="34" charset="-122"/>
                <a:cs typeface="Cursor Gothic" pitchFamily="34" charset="-120"/>
              </a:rPr>
              <a:t>Composer multi-file editing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0" y="19659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51E"/>
                </a:solidFill>
                <a:latin typeface="Cursor Gothic" pitchFamily="34" charset="0"/>
                <a:ea typeface="Cursor Gothic" pitchFamily="34" charset="-122"/>
                <a:cs typeface="Cursor Gothic" pitchFamily="34" charset="-120"/>
              </a:rPr>
              <a:t>Best Practices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0" y="219456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100" dirty="0">
                <a:solidFill>
                  <a:srgbClr val="66655E"/>
                </a:solidFill>
                <a:latin typeface="Cursor Gothic" pitchFamily="34" charset="0"/>
                <a:ea typeface="Cursor Gothic" pitchFamily="34" charset="-122"/>
                <a:cs typeface="Cursor Gothic" pitchFamily="34" charset="-120"/>
              </a:rPr>
              <a:t>Providing context with @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6655E"/>
                </a:solidFill>
                <a:latin typeface="Cursor Gothic" pitchFamily="34" charset="0"/>
                <a:ea typeface="Cursor Gothic" pitchFamily="34" charset="-122"/>
                <a:cs typeface="Cursor Gothic" pitchFamily="34" charset="-120"/>
              </a:rPr>
              <a:t>Refactoring efficiently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1097280"/>
            <a:ext cx="822960" cy="9418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2860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ursor Gothic" pitchFamily="34" charset="0"/>
                <a:ea typeface="Cursor Gothic" pitchFamily="34" charset="-122"/>
                <a:cs typeface="Cursor Gothic" pitchFamily="34" charset="-120"/>
              </a:rPr>
              <a:t>Ready to build?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ursor Gothic" pitchFamily="34" charset="0"/>
                <a:ea typeface="Cursor Gothic" pitchFamily="34" charset="-122"/>
                <a:cs typeface="Cursor Gothic" pitchFamily="34" charset="-120"/>
              </a:rPr>
              <a:t>Download at cursor.com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2026-04-01T23:45:01Z</dcterms:created>
  <dcterms:modified xsi:type="dcterms:W3CDTF">2026-04-01T23:45:01Z</dcterms:modified>
</cp:coreProperties>
</file>